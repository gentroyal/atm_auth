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7320" cy="1298448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36208"/>
            <a:ext cx="12191999" cy="621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93392" y="384048"/>
            <a:ext cx="60350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Times New Roman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1170432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Times New Roman"/>
              </a:rPr>
              <a:t>Implementation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3392" y="1783080"/>
            <a:ext cx="320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Times New Roman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83080"/>
            <a:ext cx="2743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Times New Roman"/>
              </a:rPr>
              <a:t>Requirement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8032" y="1783080"/>
            <a:ext cx="3246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- ATM risks and MFA requirements.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2359152"/>
            <a:ext cx="320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Times New Roman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59152"/>
            <a:ext cx="2743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Times New Roman"/>
              </a:rPr>
              <a:t>System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2359152"/>
            <a:ext cx="3246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- FastAPI, database, ATM and mobile screens.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2" y="2935224"/>
            <a:ext cx="320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Times New Roman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935224"/>
            <a:ext cx="2743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Times New Roman"/>
              </a:rPr>
              <a:t>Biometric Enrollment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2935224"/>
            <a:ext cx="3246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- PIN, voiceprint, and face reference.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3511296"/>
            <a:ext cx="320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Times New Roman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511296"/>
            <a:ext cx="2743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Times New Roman"/>
              </a:rPr>
              <a:t>Authentication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511296"/>
            <a:ext cx="3246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- PIN + voice, SMS/QR link, face match.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3392" y="4087368"/>
            <a:ext cx="320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Times New Roman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87368"/>
            <a:ext cx="2743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Times New Roman"/>
              </a:rPr>
              <a:t>Testing &amp;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2" y="4087368"/>
            <a:ext cx="3246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- PIN, voice, SMS, Cloudflare, and face flow.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2" y="4956048"/>
            <a:ext cx="71323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000000"/>
                </a:solidFill>
                <a:latin typeface="Times New Roman"/>
              </a:rPr>
              <a:t>A systematic approach integrating PIN authentication, voice biometrics, SMS-based mobile handoff, and facial verification.</a:t>
            </a:r>
          </a:p>
        </p:txBody>
      </p:sp>
      <p:pic>
        <p:nvPicPr>
          <p:cNvPr id="22" name="Picture 21" descr="integ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8" y="960120"/>
            <a:ext cx="2423160" cy="24231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06840" y="4251960"/>
            <a:ext cx="21945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4F81BD"/>
                </a:solidFill>
                <a:latin typeface="Times New Roman"/>
              </a:rPr>
              <a:t>Secure System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7320" cy="1298448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36208"/>
            <a:ext cx="12191999" cy="621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93392" y="411480"/>
            <a:ext cx="731520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Times New Roman"/>
              </a:rPr>
              <a:t>PROPOSED SYSTEM ARCHITECTURE AND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960120"/>
            <a:ext cx="3063240" cy="457200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User Inserts ATM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34456" y="1444752"/>
            <a:ext cx="320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4F81BD"/>
                </a:solidFill>
                <a:latin typeface="Times New Roman"/>
              </a:rP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691640"/>
            <a:ext cx="3063240" cy="457200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PIN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6" y="2176272"/>
            <a:ext cx="320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4F81BD"/>
                </a:solidFill>
                <a:latin typeface="Times New Roman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423160"/>
            <a:ext cx="3063240" cy="457200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Voice Biometric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4456" y="2907792"/>
            <a:ext cx="320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4F81BD"/>
                </a:solidFill>
                <a:latin typeface="Times New Roman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3182112"/>
            <a:ext cx="2240280" cy="457200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Twilio SMS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7024" y="3246120"/>
            <a:ext cx="274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4F81BD"/>
                </a:solidFill>
                <a:latin typeface="Times New Roman"/>
              </a:rPr>
              <a:t>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3182112"/>
            <a:ext cx="2240280" cy="457200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ATM QR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4456" y="3657600"/>
            <a:ext cx="320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4F81BD"/>
                </a:solidFill>
                <a:latin typeface="Times New Roman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913632"/>
            <a:ext cx="3063240" cy="457200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Mobile Face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40740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000000"/>
                </a:solidFill>
                <a:latin typeface="Times New Roman"/>
              </a:rPr>
              <a:t>(Token expiry + face match)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4645152"/>
            <a:ext cx="320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4F81BD"/>
                </a:solidFill>
                <a:latin typeface="Times New Roman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4864608"/>
            <a:ext cx="3063240" cy="457200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Multi-Factor Authentication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5367528"/>
            <a:ext cx="320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4F81BD"/>
                </a:solidFill>
                <a:latin typeface="Times New Roman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367528"/>
            <a:ext cx="320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4F81BD"/>
                </a:solidFill>
                <a:latin typeface="Times New Roman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5577840"/>
            <a:ext cx="1737360" cy="384048"/>
          </a:xfrm>
          <a:prstGeom prst="rect">
            <a:avLst/>
          </a:prstGeom>
          <a:solidFill>
            <a:srgbClr val="148940"/>
          </a:solidFill>
          <a:ln>
            <a:solidFill>
              <a:srgbClr val="148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Access Granted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5577840"/>
            <a:ext cx="1737360" cy="384048"/>
          </a:xfrm>
          <a:prstGeom prst="rect">
            <a:avLst/>
          </a:prstGeom>
          <a:solidFill>
            <a:srgbClr val="C11718"/>
          </a:solidFill>
          <a:ln>
            <a:solidFill>
              <a:srgbClr val="C11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Access Denied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6035040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Times New Roman"/>
              </a:rPr>
              <a:t>Transaction Proceed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6035040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Times New Roman"/>
              </a:rPr>
              <a:t>Alert / Retry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